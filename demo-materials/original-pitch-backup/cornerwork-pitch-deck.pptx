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t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demo-ath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demo-co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demo-ow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coa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tr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fou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